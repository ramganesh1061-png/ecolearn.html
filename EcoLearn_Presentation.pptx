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EcoLearn: Sustainable Living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Educating Students for a Greener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often lack awareness and practical knowledge about sustainable living practices. There is a need for an engaging platform that provides lessons, project ideas, and resources to promote eco-friendly lifestyle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web application that:</a:t>
            </a:r>
          </a:p>
          <a:p>
            <a:r>
              <a:t>- Offers interactive lessons on sustainability</a:t>
            </a:r>
          </a:p>
          <a:p>
            <a:r>
              <a:t>- Provides project ideas for hands-on learning</a:t>
            </a:r>
          </a:p>
          <a:p>
            <a:r>
              <a:t>- Shares resources on renewable energy, waste reduction, recycling, and eco-friendly practices</a:t>
            </a:r>
          </a:p>
          <a:p>
            <a:r>
              <a:t>- Allows students to track progress toward eco-friendly goals</a:t>
            </a:r>
          </a:p>
          <a:p>
            <a:r>
              <a:t>- Enables administrators to manage content and monitor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Entity-Relationship diagram showcasing relationships between Users, Admins, Lessons, Projects, and Progress Tracking.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Each user must register to access lessons and projects.</a:t>
            </a:r>
          </a:p>
          <a:p>
            <a:r>
              <a:t>2. Users can track their eco-friendly progress through completed lessons and projects.</a:t>
            </a:r>
          </a:p>
          <a:p>
            <a:r>
              <a:t>3. Admins are responsible for updating educational content and sustainability resources.</a:t>
            </a:r>
          </a:p>
          <a:p>
            <a:r>
              <a:t>4. Only verified admins can add, update, or delete content.</a:t>
            </a:r>
          </a:p>
          <a:p>
            <a:r>
              <a:t>5. The system must track user engagement for performance analysis.</a:t>
            </a:r>
          </a:p>
          <a:p>
            <a:r>
              <a:t>6. Project ideas must be linked to specific sustainability topics.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5486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